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Commit History by Repository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Commits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Project 0</c:v>
                  </c:pt>
                  <c:pt idx="1">
                    <c:v>Project B</c:v>
                  </c:pt>
                  <c:pt idx="2">
                    <c:v>Personal Site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4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3840480" cy="384048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CS351 — AI-ASSISTED SOFTWARE DEVELOPMENT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Demo Day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semester of AI-assisted development: from algorithms to documentation to a working CLI tool.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6035040" cy="2103120"/>
          </a:xfrm>
          <a:prstGeom prst="roundRect">
            <a:avLst>
              <a:gd name="adj" fmla="val 3478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425196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Yen-Chun (Cyan)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  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@Cyanlit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CS351 — Yuan Ze University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0" y="4434840"/>
            <a:ext cx="1371600" cy="1371600"/>
          </a:xfrm>
          <a:prstGeom prst="ellipse">
            <a:avLst/>
          </a:prstGeom>
          <a:solidFill>
            <a:srgbClr val="1F2A3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1816" y="4791456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0" y="5852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github.com/Cyanlit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“code that runs” to “code I can prove is correct”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2695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an iterative partner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703320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an editor-integrated AI assistant across all three deliverables — not one-shot generation, but a describe → build → test → refine loop.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461" y="22695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before code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3703320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 0, wrote a full docs/ set (SRS, SDS, test plan, traceability) before finalizing implementation.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0" y="18288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0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541" y="2269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2940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as a discipline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629400" y="3703320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(negatives, duplicates, zero-as-answer) became part of the design, not an afterthought.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326880" y="182880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0" y="21031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621" y="22695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55480" y="28803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a real workflow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555480" y="3703320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main-branch development across three repos, with CI/CD and Docker for reproducible builds.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GitHub · Git · VS Code · AI coding assistant · GitHub Actions · Docker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PERSONAL WEBSITE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Website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cyanlit.github.io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164592" cy="16459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240280"/>
            <a:ext cx="164592" cy="164592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2402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14600"/>
            <a:ext cx="5029200" cy="3703320"/>
          </a:xfrm>
          <a:prstGeom prst="roundRect">
            <a:avLst>
              <a:gd name="adj" fmla="val 1235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27889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5530" y="3002890"/>
            <a:ext cx="395021" cy="3950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0116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Huang Yen-Chun (Cyan)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011680" y="3200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CS Student · Yuan Ze University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5156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51560" y="40233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data structures, algorithms, OS, computer organization, and software development — interested in systems from low-level details to overall architecture.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5156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OF INTEREST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51560" y="521208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52120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651760" y="521208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2697480" y="52120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Programming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51960" y="5212080"/>
            <a:ext cx="1508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4297680" y="52120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51560" y="5806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TECH: C++ · Python · TypeScript · Git · Networking basics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00800" y="20574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00800" y="246888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single-page, semantic structure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lightweight CSS — minimal, text-focused layout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hosting (cyanlit.github.io)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400800" y="3703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Concept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00800" y="411480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minimalist academic profile — closer to a CV / research statement than a flashy portfolio. Content flows: introduction → interests → technical background → philosophy.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400800" y="50749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Reflection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400800" y="5486400"/>
            <a:ext cx="52120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“Solid fundamentals are the foundation for long-term growth — built through disciplined, consistent practice.” Future plans: a projects gallery linking to Project 0/B, and a dark/light theme toggle.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COURSE REPOSITORY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Repository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github.com/Cyanlit/11402_CS351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760720" cy="4434840"/>
          </a:xfrm>
          <a:prstGeom prst="roundRect">
            <a:avLst>
              <a:gd name="adj" fmla="val 1649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11402_CS351/                (course overview)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Cyanlit.github.io/           (personal site)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11402_CS351_Project0/        (Two Sum)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include/  test/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(SRS, SDS, test plan...)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  Dockerfile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11402_CS351_ProjectB/        (CSV engine)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Repository Demonstrates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0" y="2606040"/>
            <a:ext cx="548640" cy="54864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274868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0" y="2587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one repo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29260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assignment lives in its own repository — independent commit history, branches, and CI.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583680" y="3611880"/>
            <a:ext cx="548640" cy="54864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37545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35935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narrative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15200" y="3931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 links everything together and records the reasoning behind each decision.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583680" y="4617720"/>
            <a:ext cx="548640" cy="54864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326" y="47603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15200" y="459943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assignments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315200" y="4937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 (Two Sum) and Project B (CSV Mini Database &amp; Query Engine), plus the personal site.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583680" y="5623560"/>
            <a:ext cx="548640" cy="54864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5766206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560527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transparency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15200" y="59436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 on how AI was used, verified, and documented throughout.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PROJECT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Sum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github.com/Cyanlit/11402_CS351_Project0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32531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nums[] and target, return indices of two numbers that sum to target. Exactly one solution; no reuse of elements.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759" y="232531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2148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Idea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TwoSumArray  → O(n²) nested loop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TwoSumHashTable → O(n) unordered_map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502152" cy="1508760"/>
          </a:xfrm>
          <a:prstGeom prst="roundRect">
            <a:avLst>
              <a:gd name="adj" fmla="val 4848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2194560"/>
            <a:ext cx="502920" cy="502920"/>
          </a:xfrm>
          <a:prstGeom prst="ellipse">
            <a:avLst/>
          </a:prstGeom>
          <a:solidFill>
            <a:srgbClr val="2C3A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519" y="232531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0684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66760" y="26060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SRS/SDS/test-plan doc set built around one classic algorithm — turning theory into traceable practice.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History — 27 commits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1440180" y="4224528"/>
            <a:ext cx="8915400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321308" y="41056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18"/>
          <p:cNvSpPr/>
          <p:nvPr/>
        </p:nvSpPr>
        <p:spPr>
          <a:xfrm>
            <a:off x="594360" y="4434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104388" y="41056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0"/>
          <p:cNvSpPr/>
          <p:nvPr/>
        </p:nvSpPr>
        <p:spPr>
          <a:xfrm>
            <a:off x="2377440" y="4434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887468" y="41056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2"/>
          <p:cNvSpPr/>
          <p:nvPr/>
        </p:nvSpPr>
        <p:spPr>
          <a:xfrm>
            <a:off x="4160520" y="4434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670548" y="41056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4"/>
          <p:cNvSpPr/>
          <p:nvPr/>
        </p:nvSpPr>
        <p:spPr>
          <a:xfrm>
            <a:off x="5943600" y="4434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453628" y="41056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6"/>
          <p:cNvSpPr/>
          <p:nvPr/>
        </p:nvSpPr>
        <p:spPr>
          <a:xfrm>
            <a:off x="7726680" y="4434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10236708" y="4105656"/>
            <a:ext cx="237744" cy="23774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28"/>
          <p:cNvSpPr/>
          <p:nvPr/>
        </p:nvSpPr>
        <p:spPr>
          <a:xfrm>
            <a:off x="9509760" y="44348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8640" y="5029200"/>
            <a:ext cx="5623560" cy="1508760"/>
          </a:xfrm>
          <a:prstGeom prst="roundRect">
            <a:avLst>
              <a:gd name="adj" fmla="val 4848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35" name="Text 30"/>
          <p:cNvSpPr/>
          <p:nvPr/>
        </p:nvSpPr>
        <p:spPr>
          <a:xfrm>
            <a:off x="822960" y="5166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Result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822960" y="5486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standard case, negatives, duplicates, </a:t>
            </a:r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= 0</a:t>
            </a:r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minimum-size arrays.</a:t>
            </a:r>
            <a:endParaRPr lang="en-US" sz="12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6080760"/>
            <a:ext cx="201168" cy="20116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115568" y="6035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the full suite on every push &amp; PR → green build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355080" y="5029200"/>
            <a:ext cx="5285232" cy="1508760"/>
          </a:xfrm>
          <a:prstGeom prst="roundRect">
            <a:avLst>
              <a:gd name="adj" fmla="val 4848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40" name="Text 34"/>
          <p:cNvSpPr/>
          <p:nvPr/>
        </p:nvSpPr>
        <p:spPr>
          <a:xfrm>
            <a:off x="6629400" y="5166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4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5559552"/>
            <a:ext cx="155448" cy="15544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6858000" y="54955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 implemented</a:t>
            </a:r>
            <a:endParaRPr lang="en-US" sz="105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0" y="5559552"/>
            <a:ext cx="155448" cy="15544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464040" y="54955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Edge-case test suite</a:t>
            </a:r>
            <a:endParaRPr lang="en-US" sz="10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897880"/>
            <a:ext cx="155448" cy="15544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6858000" y="58338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5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5897880"/>
            <a:ext cx="155448" cy="15544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464040" y="58338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05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6236208"/>
            <a:ext cx="155448" cy="15544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858000" y="6172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docs (SRS/SDS/...)</a:t>
            </a:r>
            <a:endParaRPr lang="en-US" sz="1050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0" y="6236208"/>
            <a:ext cx="155448" cy="15544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464040" y="6172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tracked</a:t>
            </a:r>
            <a:endParaRPr lang="en-US" sz="1050" dirty="0"/>
          </a:p>
        </p:txBody>
      </p:sp>
      <p:sp>
        <p:nvSpPr>
          <p:cNvPr id="53" name="Text 41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PROJECT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Mini Database &amp; Query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github.com/Cyanlit/11402_CS351_ProjectB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database layer over CSV files — load a file, then run query-style filter/sort operations against it, like a very small SQL engine.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Functions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3742639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5935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Handling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39044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parse, and manage CSV files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37560" y="3611880"/>
            <a:ext cx="502920" cy="50292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319" y="374263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35935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977640" y="39044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sort, and manipulate rows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7941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46451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Interface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88720" y="49560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&lt;file&gt; / query &lt;expr&gt;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337560" y="4663440"/>
            <a:ext cx="502920" cy="50292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8319" y="47941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77640" y="464515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Performance-minded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3977640" y="49560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processing &amp; retrieval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0" y="1965960"/>
            <a:ext cx="5239512" cy="2331720"/>
          </a:xfrm>
          <a:prstGeom prst="roundRect">
            <a:avLst>
              <a:gd name="adj" fmla="val 3137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9400" y="21488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6" name="Shape 20"/>
          <p:cNvSpPr/>
          <p:nvPr/>
        </p:nvSpPr>
        <p:spPr>
          <a:xfrm>
            <a:off x="6839712" y="2148840"/>
            <a:ext cx="146304" cy="146304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7" name="Shape 21"/>
          <p:cNvSpPr/>
          <p:nvPr/>
        </p:nvSpPr>
        <p:spPr>
          <a:xfrm>
            <a:off x="7050024" y="21488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2"/>
          <p:cNvSpPr/>
          <p:nvPr/>
        </p:nvSpPr>
        <p:spPr>
          <a:xfrm>
            <a:off x="6629400" y="246888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2F2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main.py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load data/sample.csv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query SELECT * WHERE city = Boston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row(s) returned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00800" y="45262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Design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400800" y="4892040"/>
            <a:ext cx="52395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CSV row → one record, each column → one field. The query engine filters/sorts these in-memory records. Pandas handles data manipulation; SQLite backs storage — a “mini database” rather than a from-scratch storage engine.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History — 4 commits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548640" y="626364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7F9FA"/>
          </a:solidFill>
          <a:ln/>
        </p:spPr>
      </p:sp>
      <p:sp>
        <p:nvSpPr>
          <p:cNvPr id="33" name="Text 27"/>
          <p:cNvSpPr/>
          <p:nvPr/>
        </p:nvSpPr>
        <p:spPr>
          <a:xfrm>
            <a:off x="548640" y="6263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README</a:t>
            </a:r>
            <a:endParaRPr lang="en-US" sz="9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6355080"/>
            <a:ext cx="118872" cy="11887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965960" y="626364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7F9FA"/>
          </a:solidFill>
          <a:ln/>
        </p:spPr>
      </p:sp>
      <p:sp>
        <p:nvSpPr>
          <p:cNvPr id="36" name="Text 29"/>
          <p:cNvSpPr/>
          <p:nvPr/>
        </p:nvSpPr>
        <p:spPr>
          <a:xfrm>
            <a:off x="1965960" y="6263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loading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6355080"/>
            <a:ext cx="118872" cy="1188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3383280" y="626364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7F9FA"/>
          </a:solidFill>
          <a:ln/>
        </p:spPr>
      </p:sp>
      <p:sp>
        <p:nvSpPr>
          <p:cNvPr id="39" name="Text 31"/>
          <p:cNvSpPr/>
          <p:nvPr/>
        </p:nvSpPr>
        <p:spPr>
          <a:xfrm>
            <a:off x="3383280" y="6263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engine</a:t>
            </a:r>
            <a:endParaRPr lang="en-US" sz="9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6355080"/>
            <a:ext cx="118872" cy="118872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4800600" y="626364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7F9FA"/>
          </a:solidFill>
          <a:ln/>
        </p:spPr>
      </p:sp>
      <p:sp>
        <p:nvSpPr>
          <p:cNvPr id="42" name="Text 33"/>
          <p:cNvSpPr/>
          <p:nvPr/>
        </p:nvSpPr>
        <p:spPr>
          <a:xfrm>
            <a:off x="4800600" y="6263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integration</a:t>
            </a:r>
            <a:endParaRPr lang="en-US" sz="900" dirty="0"/>
          </a:p>
        </p:txBody>
      </p:sp>
      <p:sp>
        <p:nvSpPr>
          <p:cNvPr id="43" name="Shape 34"/>
          <p:cNvSpPr/>
          <p:nvPr/>
        </p:nvSpPr>
        <p:spPr>
          <a:xfrm>
            <a:off x="6400800" y="5806440"/>
            <a:ext cx="5239512" cy="914400"/>
          </a:xfrm>
          <a:prstGeom prst="roundRect">
            <a:avLst>
              <a:gd name="adj" fmla="val 8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5989320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040880" y="58521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Highlight: integrating file I/O, storage, parser &amp; CLI taught me that each piece “looking right” isn't enough — only running real queries reveals integration bugs.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WORKFLOW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Workflow Evidence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3776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09006"/>
            <a:ext cx="263347" cy="263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5166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463040" y="5486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repos currently use main as the primary branch. Project 0's larger commit count + dedicated docs/ reflect its role as the more heavily-engineered deliverable.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35040" y="17830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&amp; Merge History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35040" y="21488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were developed and merged on main. Future iterations could split changes into feature branches with pull requests for explicit code-review evidence.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301752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36454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0936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PROJECT 0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36576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2C3A44"/>
          </a:solidFill>
          <a:ln/>
        </p:spPr>
      </p:sp>
      <p:sp>
        <p:nvSpPr>
          <p:cNvPr id="15" name="Text 11"/>
          <p:cNvSpPr/>
          <p:nvPr/>
        </p:nvSpPr>
        <p:spPr>
          <a:xfrm>
            <a:off x="6309360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PR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3858768"/>
            <a:ext cx="137160" cy="1371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607808" y="36576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2C3A44"/>
          </a:solidFill>
          <a:ln/>
        </p:spPr>
      </p:sp>
      <p:sp>
        <p:nvSpPr>
          <p:cNvPr id="18" name="Text 13"/>
          <p:cNvSpPr/>
          <p:nvPr/>
        </p:nvSpPr>
        <p:spPr>
          <a:xfrm>
            <a:off x="7607808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(g++)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3858768"/>
            <a:ext cx="137160" cy="1371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906256" y="36576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2C3A44"/>
          </a:solidFill>
          <a:ln/>
        </p:spPr>
      </p:sp>
      <p:sp>
        <p:nvSpPr>
          <p:cNvPr id="21" name="Text 15"/>
          <p:cNvSpPr/>
          <p:nvPr/>
        </p:nvSpPr>
        <p:spPr>
          <a:xfrm>
            <a:off x="8906256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1824" y="3858768"/>
            <a:ext cx="137160" cy="13716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204704" y="3657600"/>
            <a:ext cx="1097280" cy="548640"/>
          </a:xfrm>
          <a:prstGeom prst="roundRect">
            <a:avLst>
              <a:gd name="adj" fmla="val 10000"/>
            </a:avLst>
          </a:prstGeom>
          <a:solidFill>
            <a:srgbClr val="2C3A44"/>
          </a:solidFill>
          <a:ln/>
        </p:spPr>
      </p:sp>
      <p:sp>
        <p:nvSpPr>
          <p:cNvPr id="24" name="Text 17"/>
          <p:cNvSpPr/>
          <p:nvPr/>
        </p:nvSpPr>
        <p:spPr>
          <a:xfrm>
            <a:off x="10204704" y="36576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52628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included — build/test reproducible across CI, grader, and local machine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035040" y="498348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263640" y="5166360"/>
            <a:ext cx="548640" cy="548640"/>
          </a:xfrm>
          <a:prstGeom prst="ellipse">
            <a:avLst/>
          </a:prstGeom>
          <a:solidFill>
            <a:srgbClr val="F7F9F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286" y="5309006"/>
            <a:ext cx="263347" cy="26334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49440" y="5166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/ Collaboration Experience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949440" y="557784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semester's repos were primarily solo development. The documentation discipline (SRS/SDS/traceability in Project 0) was designed to make the work reviewable as if a teammate needed to pick it up — a habit I plan to extend to actual PR-based review next.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AI 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Development Reflection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2286000"/>
          </a:xfrm>
          <a:prstGeom prst="roundRect">
            <a:avLst>
              <a:gd name="adj" fmla="val 3200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LOOP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240487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350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goal &amp; constraints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40487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23500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code / docs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95351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53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28986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against spec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95351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953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8986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targeted feedback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50215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502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updates files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350215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35021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34472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Re-test, then commit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783080"/>
            <a:ext cx="5285232" cy="1097280"/>
          </a:xfrm>
          <a:prstGeom prst="roundRect">
            <a:avLst>
              <a:gd name="adj" fmla="val 6667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1F2A30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6326" y="210860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269480" y="1965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Helped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69480" y="23317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docs/ structure one file at a time, scaffolding TwoSumArray/HashTable, suggesting edge cases, and producing Project B's initial CSV/query/CLI pipeline.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355080" y="2971800"/>
            <a:ext cx="5285232" cy="1097280"/>
          </a:xfrm>
          <a:prstGeom prst="roundRect">
            <a:avLst>
              <a:gd name="adj" fmla="val 6667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583680" y="3154680"/>
            <a:ext cx="548640" cy="548640"/>
          </a:xfrm>
          <a:prstGeom prst="ellipse">
            <a:avLst/>
          </a:prstGeom>
          <a:solidFill>
            <a:srgbClr val="1F2A30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3297326"/>
            <a:ext cx="263347" cy="263347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269480" y="3154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Could Not Solve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269480" y="35204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scope and structure, confirming O(n)/O(n²) claims actually hold, and catching CSV query-parser bugs that only surfaced under real input.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48640" y="42519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777240" y="4416552"/>
            <a:ext cx="502920" cy="502920"/>
          </a:xfrm>
          <a:prstGeom prst="ellipse">
            <a:avLst/>
          </a:prstGeom>
          <a:solidFill>
            <a:srgbClr val="1F2A30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547311"/>
            <a:ext cx="241402" cy="24140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417320" y="4370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Verified AI-Generated Results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1417320" y="46908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test suites and CI for Project 0; manually executed load/query commands against real CSVs for Project B.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355080" y="4251960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583680" y="4416552"/>
            <a:ext cx="502920" cy="502920"/>
          </a:xfrm>
          <a:prstGeom prst="ellipse">
            <a:avLst/>
          </a:prstGeom>
          <a:solidFill>
            <a:srgbClr val="1F2A30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4547311"/>
            <a:ext cx="241402" cy="241402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269480" y="43708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Responsibly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7269480" y="46908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AI involvement explicitly via AI_POLICY.md and AI_USAGE.md in Project 0, and reviewed every line before committing.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48640" y="5349240"/>
            <a:ext cx="11091672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5" name="Text 39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value of AI assistance scales with how clearly I can describe the problem.”</a:t>
            </a:r>
            <a:endParaRPr lang="en-US" sz="1800" dirty="0"/>
          </a:p>
        </p:txBody>
      </p:sp>
      <p:sp>
        <p:nvSpPr>
          <p:cNvPr id="46" name="Text 4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· CHALLENGES &amp; SOLUTIONS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9397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236622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38528"/>
            <a:ext cx="23774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Difficulties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69080" y="1965960"/>
            <a:ext cx="0" cy="8046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0" y="1938528"/>
            <a:ext cx="3657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Confirming TwoSumHashTable truly behaved as O(n) and not just “looked” correct.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28600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0" y="1938528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Manually traced logic against the SDS and timed runs across growing input sizes.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30449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3101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452774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154680"/>
            <a:ext cx="23774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Difficulties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069080" y="3182112"/>
            <a:ext cx="0" cy="8046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297680" y="3154680"/>
            <a:ext cx="3657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Limited prior experience with structured docs/ + CI/CD setup alongside source code.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502152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9600" y="3154680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Built the docs/ folder incrementally, committing alongside each implementation stage (27 commits).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26110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4668926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370832"/>
            <a:ext cx="23774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Experience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069080" y="4398264"/>
            <a:ext cx="0" cy="8046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297680" y="4370832"/>
            <a:ext cx="3657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Project B's query parser broke on certain CSV query inputs.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4718304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29600" y="4370832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Reproduced with real sample CSVs, isolated the failing query pattern, and asked AI for a targeted fix — then re-tested manually.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548640" y="547725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77240" y="574243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" y="5885078"/>
            <a:ext cx="263347" cy="263347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5586984"/>
            <a:ext cx="23774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Scope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069080" y="5614416"/>
            <a:ext cx="0" cy="80467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4297680" y="5586984"/>
            <a:ext cx="3657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Writing a full SRS/SDS for a “small” problem felt like overkill at first.</a:t>
            </a:r>
            <a:endParaRPr lang="en-US" sz="11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0" y="5934456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8229600" y="5586984"/>
            <a:ext cx="324612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Treated it as practice for traceability — every requirement now maps to a test, which paid off when reviewing the project later.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029200" cy="50292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· FINAL REFLECTION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Reflection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1F2A3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2000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benefit from the same iteration as code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correctness need independent verification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projects shift the burden to manual testing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AI usage explicitly builds accountability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182880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057400"/>
            <a:ext cx="548640" cy="548640"/>
          </a:xfrm>
          <a:prstGeom prst="ellipse">
            <a:avLst/>
          </a:prstGeom>
          <a:solidFill>
            <a:srgbClr val="1F2A3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22000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Improve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09160" y="251460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feature branches + PRs for real code-review evidence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CI/CD and tests to Project B, not just Project 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projects gallery into the personal site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more test cases before asking AI to implement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1828800"/>
            <a:ext cx="3319272" cy="4206240"/>
          </a:xfrm>
          <a:prstGeom prst="roundRect">
            <a:avLst>
              <a:gd name="adj" fmla="val 2204"/>
            </a:avLst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0" y="20574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006" y="220004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116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595360" y="2514600"/>
            <a:ext cx="2834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 of pairing implementation with specs, tests, and an honest record of AI involvement is one I want to carry into future systems and backend projects — where correctness and traceability matter even more.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· LIVE DEMO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order and what to highlight at each stop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239481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Personal Website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cyanlit.github.io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TO SHOW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" y="4023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layout &amp; content sections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back to GitHub profile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474720" y="20116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0332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854" y="239481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Course Repository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0332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11402_CS351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703320" y="3703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TO SHOW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703320" y="4023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structure &amp; links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projects are indexed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00800" y="20116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2940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934" y="2394814"/>
            <a:ext cx="285293" cy="28529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Project 0 — Two Sum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62940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11402_CS351_Project0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629400" y="3703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TO SHOW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629400" y="4023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TwoSumArray vs TwoSumHashTable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docs/ set + passing CI run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&amp; test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326880" y="201168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F7F9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555480" y="22402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0014" y="2394814"/>
            <a:ext cx="285293" cy="28529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555480" y="2971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Project B — CSV Engine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555480" y="33375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11402_CS351_ProjectB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555480" y="37033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TO SHOW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9555480" y="402336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sample CSV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query and show filtered output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4114800" cy="4114800"/>
          </a:xfrm>
          <a:prstGeom prst="ellipse">
            <a:avLst/>
          </a:prstGeom>
          <a:solidFill>
            <a:srgbClr val="02C3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" y="11759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3152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4206240"/>
            <a:ext cx="7772400" cy="2011680"/>
          </a:xfrm>
          <a:prstGeom prst="roundRect">
            <a:avLst>
              <a:gd name="adj" fmla="val 3636"/>
            </a:avLst>
          </a:prstGeom>
          <a:solidFill>
            <a:srgbClr val="2C3A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9050" dir="27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48056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4434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Repository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0233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github.com/Cyanlit/11402_CS351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892040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Website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023360" y="4846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cyanlit.github.io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303520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 — Two Sum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4023360" y="5257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github.com/Cyanlit/11402_CS351_Project0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715000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— CSV Engine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023360" y="5669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github.com/Cyanlit/11402_CS351_ProjectB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9144000" y="4754880"/>
            <a:ext cx="1280160" cy="1280160"/>
          </a:xfrm>
          <a:prstGeom prst="ellipse">
            <a:avLst/>
          </a:prstGeom>
          <a:solidFill>
            <a:srgbClr val="2C3A44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6842" y="5087722"/>
            <a:ext cx="614477" cy="61447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595360" y="6126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@Cyanlit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CS351 Final Demo Day</dc:title>
  <dc:subject>PptxGenJS Presentation</dc:subject>
  <dc:creator>Huang Yen-Chun (Cyan)</dc:creator>
  <cp:lastModifiedBy>Huang Yen-Chun (Cyan)</cp:lastModifiedBy>
  <cp:revision>1</cp:revision>
  <dcterms:created xsi:type="dcterms:W3CDTF">2026-06-10T22:12:22Z</dcterms:created>
  <dcterms:modified xsi:type="dcterms:W3CDTF">2026-06-10T22:12:22Z</dcterms:modified>
</cp:coreProperties>
</file>